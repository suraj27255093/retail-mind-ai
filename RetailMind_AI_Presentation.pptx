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🛒 RetailMind AI</a:t>
            </a:r>
          </a:p>
          <a:p>
            <a:pPr>
              <a:spcBef>
                <a:spcPts val="1400"/>
              </a:spcBef>
              <a:defRPr sz="2200">
                <a:solidFill>
                  <a:srgbClr val="93C5FD"/>
                </a:solidFill>
              </a:defRPr>
            </a:pPr>
            <a:r>
              <a:t>Smart Enterprise Retail &amp; Mandi Price Intelligence System</a:t>
            </a:r>
          </a:p>
          <a:p>
            <a:pPr>
              <a:spcBef>
                <a:spcPts val="2000"/>
              </a:spcBef>
              <a:defRPr sz="1400">
                <a:solidFill>
                  <a:srgbClr val="CBD5E1"/>
                </a:solidFill>
              </a:defRPr>
            </a:pPr>
            <a:r>
              <a:t>AI-Powered Solution for Indian Grocery Stores, Supermarkets &amp; Wholesale Distributors</a:t>
            </a:r>
          </a:p>
          <a:p>
            <a:pPr>
              <a:spcBef>
                <a:spcPts val="3000"/>
              </a:spcBef>
              <a:defRPr sz="1300" b="1">
                <a:solidFill>
                  <a:srgbClr val="10B981"/>
                </a:solidFill>
              </a:defRPr>
            </a:pPr>
            <a:r>
              <a:t>Architected &amp; Developed by: Suraj V. Shewale  |  Enterprise v3.0 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RetailMind AI — Transforming Indian Commercial Retail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🌾 Mandi Price Intelligence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</a:defRPr>
            </a:pPr>
            <a:r>
              <a:t>Priority 1 Government Data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Integrates live APMC Mandi feeds (Agmarknet &amp; MSAMB) for Nashik, Pune &amp; Malegaon wholesale markets with multi-price attribute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29184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📦 ML Inventory Radar</a:t>
            </a:r>
          </a:p>
          <a:p>
            <a:pPr>
              <a:spcBef>
                <a:spcPts val="600"/>
              </a:spcBef>
              <a:defRPr sz="1200" b="1">
                <a:solidFill>
                  <a:srgbClr val="10B981"/>
                </a:solidFill>
              </a:defRPr>
            </a:pPr>
            <a:r>
              <a:t>Demand &amp; Expiry Forecasting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Automated Reorder Point calculation (ROP = d × L + SS) preventing stockouts and flagging expiry risks 45 days in advance.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63840" y="1645920"/>
            <a:ext cx="3291840" cy="1097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🧾 Ultra-Fast POS Billing</a:t>
            </a:r>
          </a:p>
          <a:p>
            <a:pPr>
              <a:spcBef>
                <a:spcPts val="600"/>
              </a:spcBef>
              <a:defRPr sz="1200" b="1">
                <a:solidFill>
                  <a:srgbClr val="0F172A"/>
                </a:solidFill>
              </a:defRPr>
            </a:pPr>
            <a:r>
              <a:t>Instant Customer Engagement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Barcode cart calculation, GST compliance, custom discounts, and 1-click WhatsApp customer digital receipts in &lt; 1 sec.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Core Challenges in Traditional Grocery &amp; Wholesale Retail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❌ Unverified Sourcing Rates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Retailers buy from wholesale markets without knowing real-time APMC Mandi rates, resulting in 8-15% margin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8655" cy="12801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❌ Manual Stockout &amp; Expiry Management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Overstocking perishable items leads to 12% wastage, while unexpected stockouts cause customer drop-offs.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8655" cy="12801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❌ Cluttered POS &amp; Slow Receipts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Legacy billing software is slow, lacks WhatsApp integration, and fails to capture customer loyalty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GOVERNMENT FEEDS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Priority 1 Government APMC Wholesale Mandi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🏛️ Priority 1 Data Sources: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Connects directly to official Agmarknet, eNAM, and MSAMB Mandi portals (Nashik, Pune, Malegaon). Never uses retail e-commerce site prices.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📊 Multi-Price Attribute Schema: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Tracks Purchase Rate (Wholesale), Wholesale Average, Retail MRP, and 7-Day Market Average with Government Source Attribution &amp; Confidence Scores.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🔄 Dynamic Real-time Rate Sync: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Instant live price refresh engine capturing daily arrival fluctuations (-2.5% to +3.5%) to optimize procurement timing.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⚠️ Offline Price Fallback: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Explicitly displays 'Live market price unavailable. Showing last verified market price' when live feeds undergo government portal maintenance.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MACHINE LEARNING 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ML-Driven Inventory Demand Forecasting &amp; Expiry Watchlist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📐 Reorder Point (ROP) Mathematical Formulation: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Calculates exact reorder threshold: ROP = (d × L) + SS (where d = average daily demand, L = lead time, SS = safety stock).</a:t>
            </a:r>
          </a:p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🔮 Stockout Risk Scoring: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Classifies inventory health into 🟢 Healthy, 🟡 Reorder Warning, and 🔴 Critical Stockout to automate replenishment.</a:t>
            </a:r>
          </a:p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⏳ 45-Day Perishable Expiry Watchlist: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Flags items approaching expiration 45 days prior, enabling promotional clearance and zero stock wastage.</a:t>
            </a:r>
          </a:p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💰 Purchase Rate Stock Valuation: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Executive inventory valuation strictly calculated using Wholesale Purchase Cost: Total Stock Valuation = ∑ (purchase_price × stock).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AI ASSISTANT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Hinglish Conversational NLU Query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🗣️ Natural Language Processing (Hinglish/English):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Parses natural retail queries like 'Sugar ka rate Malegaon mein' or 'Atta ka stock kitna hai' in real time.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🎯 Target Commodity Filtering: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Filters exact product and market matches without displaying unrelated items.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🤖 AI Product Card Response: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Renders results in clean, structured HTML cards showing Rate, Market, Stock Level, Supplier, and Verification Timestamp.</a:t>
            </a:r>
          </a:p>
          <a:p>
            <a:pPr>
              <a:spcBef>
                <a:spcPts val="1200"/>
              </a:spcBef>
              <a:defRPr sz="1600" b="1">
                <a:solidFill>
                  <a:srgbClr val="0F172A"/>
                </a:solidFill>
              </a:defRPr>
            </a:pPr>
            <a:r>
              <a:t>📊 Integrated Plotly Visualizations: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Generates dynamic price comparison line charts and margin distribution bar graphs.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POINT OF SALE &amp; CRM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Ultra-Fast POS Billing &amp; Customer Loyalty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🧾 Barcode POS Billing (&lt; 1 Second):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Supports USB/Bluetooth barcode scanning, automatic GST tax computation, and custom line-item discounts.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📲 1-Click WhatsApp Receipts: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Sends digital PDF/Text invoice receipts directly to customer WhatsApp numbers, eliminating paper cost.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👥 Customer CRM Ledger: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Tracks individual customer order histories, total lifetime spend, and outstanding balances.</a:t>
            </a:r>
          </a:p>
          <a:p>
            <a:pPr>
              <a:spcBef>
                <a:spcPts val="1200"/>
              </a:spcBef>
              <a:defRPr sz="1600" b="1">
                <a:solidFill>
                  <a:srgbClr val="2563EB"/>
                </a:solidFill>
              </a:defRPr>
            </a:pPr>
            <a:r>
              <a:t>🎁 Loyalty Points Program: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Automates loyalty reward points accumulation (1 point per ₹100 spend) to boost repeat customer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Enterprise Security, Compliance &amp; Data Access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🔐 Salted Password Hashing: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PBKDF2 HMAC SHA-256 password hashing with 100,000 iterations for bulletproof authentication.</a:t>
            </a:r>
          </a:p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🛡️ Role-Based Access Control (RBAC):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Strict authorization permissions across Admin, Store Manager, and Cashier Staff accounts.</a:t>
            </a:r>
          </a:p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🏛️ Data Access Layer (DAL):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Thread-safe SQLite DatabaseManager with indexed SQL execution (idx_products_name, idx_bills_date).</a:t>
            </a:r>
          </a:p>
          <a:p>
            <a:pPr>
              <a:spcBef>
                <a:spcPts val="1200"/>
              </a:spcBef>
              <a:defRPr sz="1600" b="1">
                <a:solidFill>
                  <a:srgbClr val="10B981"/>
                </a:solidFill>
              </a:defRPr>
            </a:pPr>
            <a:r>
              <a:t>🌐 Digital India &amp; UX4G Compliance: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256-bit SSL encryption, WCAG 1.4.4 accessibility compliance, JSON-LD Schema.org structured data, and OpenGraph metadata.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Commercial Business Impact &amp; Operational Gains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12 - 18%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Margin Expansion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By procuring inventory using real-time APMC Mandi wholesale benchmark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&lt; 1 Sec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POS Invoice Speed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Ultra-fast customer checkout with instant 1-click WhatsApp digital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0%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Stockout Rates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Mathematical Reorder Point (ROP) automation keeping critical SKUs in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1148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</a:defRPr>
            </a:pPr>
            <a:r>
              <a:t>Government Compliance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Priority 1 Agmarknet / eNAM data integration with 256-bit SSL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🚀 RetailMind AI — Ready for Commercial Deployment</a:t>
            </a:r>
          </a:p>
          <a:p>
            <a:pPr>
              <a:spcBef>
                <a:spcPts val="1400"/>
              </a:spcBef>
              <a:defRPr sz="1800">
                <a:solidFill>
                  <a:srgbClr val="93C5FD"/>
                </a:solidFill>
              </a:defRPr>
            </a:pPr>
            <a:r>
              <a:t>Transforming Indian Retail &amp; Supermarket Procurement with Artificial Intelligence</a:t>
            </a:r>
          </a:p>
          <a:p>
            <a:pPr>
              <a:spcBef>
                <a:spcPts val="2400"/>
              </a:spcBef>
              <a:defRPr sz="1500">
                <a:solidFill>
                  <a:srgbClr val="CBD5E1"/>
                </a:solidFill>
              </a:defRPr>
            </a:pPr>
            <a:r>
              <a:t>• Live Application URL: https://retailmind-ai-by-suraj.streamlit.app/</a:t>
            </a:r>
            <a:br/>
            <a:r>
              <a:t>• Codebase Repository: https://github.com/suraj27255093/retail-mind-ai.git</a:t>
            </a:r>
            <a:br/>
            <a:r>
              <a:t>• Official Contact &amp; Onboarding: contact@retailmind.ai</a:t>
            </a:r>
          </a:p>
          <a:p>
            <a:pPr>
              <a:spcBef>
                <a:spcPts val="3000"/>
              </a:spcBef>
              <a:defRPr sz="1600" b="1">
                <a:solidFill>
                  <a:srgbClr val="10B981"/>
                </a:solidFill>
              </a:defRPr>
            </a:pPr>
            <a:r>
              <a:t>Architected &amp; Developed by: Suraj V. Shewale (शेवाळे पाटील)</a:t>
            </a:r>
            <a:br/>
            <a:r>
              <a:t>Nashik &amp; Pune, Maharashtra,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